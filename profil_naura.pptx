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3"/>
  </p:notesMasterIdLst>
  <p:sldIdLst>
    <p:sldId id="30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41"/>
  </p:normalViewPr>
  <p:slideViewPr>
    <p:cSldViewPr snapToGrid="0">
      <p:cViewPr varScale="1">
        <p:scale>
          <a:sx n="74" d="100"/>
          <a:sy n="74" d="100"/>
        </p:scale>
        <p:origin x="27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296DF-5FAF-CA40-9633-DF1869EE12A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1309AF-49CF-2E46-9C6E-034C61E2F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4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91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F23E-C17C-A275-5D5D-5D31A917E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ECA6C1-0C08-3E2F-A7F6-F52E32F23FA3}"/>
              </a:ext>
            </a:extLst>
          </p:cNvPr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E169A-2343-E0A0-8F2F-7D186AE5B9AC}"/>
              </a:ext>
            </a:extLst>
          </p:cNvPr>
          <p:cNvSpPr txBox="1"/>
          <p:nvPr/>
        </p:nvSpPr>
        <p:spPr>
          <a:xfrm>
            <a:off x="5019926" y="121381"/>
            <a:ext cx="21673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000" b="1" dirty="0" err="1">
                <a:solidFill>
                  <a:srgbClr val="163A5F"/>
                </a:solidFill>
                <a:latin typeface="Aptos"/>
              </a:rPr>
              <a:t>Profil</a:t>
            </a:r>
            <a:r>
              <a:rPr lang="en-US" sz="2000" b="1" dirty="0">
                <a:solidFill>
                  <a:srgbClr val="163A5F"/>
                </a:solidFill>
                <a:latin typeface="Aptos"/>
              </a:rPr>
              <a:t> Mitra </a:t>
            </a:r>
            <a:r>
              <a:rPr lang="en-US" sz="2000" b="1" dirty="0" err="1">
                <a:solidFill>
                  <a:srgbClr val="163A5F"/>
                </a:solidFill>
                <a:latin typeface="Aptos"/>
              </a:rPr>
              <a:t>Klinis</a:t>
            </a:r>
            <a:endParaRPr sz="2000" b="1" dirty="0">
              <a:solidFill>
                <a:srgbClr val="163A5F"/>
              </a:solidFill>
              <a:latin typeface="Aptos"/>
            </a:endParaRPr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F650011-8E7D-EE68-83A6-9567C8C9E29C}"/>
              </a:ext>
            </a:extLst>
          </p:cNvPr>
          <p:cNvCxnSpPr/>
          <p:nvPr/>
        </p:nvCxnSpPr>
        <p:spPr>
          <a:xfrm>
            <a:off x="640080" y="1133856"/>
            <a:ext cx="10927080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C1D3D63-11BD-EE20-AF3C-91FD03C8FB8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87" y="533144"/>
            <a:ext cx="7642912" cy="4461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294BA8-CB98-02D1-B5E0-0DEF8738C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8940" y="3672756"/>
            <a:ext cx="7772400" cy="29872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382CE3-97B9-498C-A458-681E80F08C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660" y="4994808"/>
            <a:ext cx="2492845" cy="16229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A2C55F-84B2-D537-0861-B370550A992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7684" y="321436"/>
            <a:ext cx="4444316" cy="320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7889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1824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Corbel</vt:lpstr>
      <vt:lpstr>Wingdings 2</vt:lpstr>
      <vt:lpstr>Frame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Elly Yanah Arwanih</dc:creator>
  <cp:lastModifiedBy>bhre astrajingga</cp:lastModifiedBy>
  <cp:revision>38</cp:revision>
  <dcterms:created xsi:type="dcterms:W3CDTF">2026-04-19T20:43:48Z</dcterms:created>
  <dcterms:modified xsi:type="dcterms:W3CDTF">2026-04-23T06:20:01Z</dcterms:modified>
</cp:coreProperties>
</file>